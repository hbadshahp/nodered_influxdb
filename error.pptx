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A33B9-FCD9-F5A8-5505-B2FA32B35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F38F79-6797-90A4-9932-76C598A00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D2F0A-CC55-4588-CD32-530182CFF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C331-2B0B-434F-8C2A-24557C606F1C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BB794-9DE2-AFD4-3FD5-471CF3384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4C827-86B6-72B2-2214-A28F05F8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06292-E596-43A4-A22A-B9773208A5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700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65131-32FD-75C1-4038-C25A6A0EF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13301-E1E2-1B1E-D508-960F499EF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02BDF-CC0B-CFCD-C8B4-EC1C9E230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C331-2B0B-434F-8C2A-24557C606F1C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B1A98-2436-7899-48ED-4CA83E87B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87C7E-70CC-9924-CE2D-6E14F0FDE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06292-E596-43A4-A22A-B9773208A5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565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27D2-5F0E-2839-A83B-DC1635B08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CE6F0-377F-FA84-787E-1A869A9CE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14721-21C4-AFA3-883E-1264978CF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C331-2B0B-434F-8C2A-24557C606F1C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79366-3E16-9279-B26F-4CDA5F35B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AC567-F831-DA65-1ED0-26A0ED917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06292-E596-43A4-A22A-B9773208A5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082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06CB1-B4A0-2AB2-04CB-A0353B94A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2E9CE-0614-BE36-5B83-030730D679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409BB-F5CE-D30E-AF53-6F5A5F2A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29F71-6AC7-BD00-F675-EF73F1FB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C331-2B0B-434F-8C2A-24557C606F1C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7BE05-F548-194E-7317-D24281734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A2403-2769-E2AA-EC05-96EE55961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06292-E596-43A4-A22A-B9773208A5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357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B3097-CAE2-43EC-C398-338CD234A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2E80B-E6A1-F3BF-E64C-0C88EB5B8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375D8-5504-75F3-234F-A1AE894E0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E77576-4B89-22C5-E06E-61FFC120F9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1D5871-4EA7-AC92-EF9F-04E13A993D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07BF8D-2D7B-888C-8976-C518F1F02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C331-2B0B-434F-8C2A-24557C606F1C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2098B-17E6-CDE1-5D76-377085BFA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49A013-12C2-3C12-0589-95B69CD0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06292-E596-43A4-A22A-B9773208A5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422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602A2-79F2-0F14-9563-CEE7D9FE7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31F075-BEE6-6371-AD89-C9A750403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C331-2B0B-434F-8C2A-24557C606F1C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B531B-CC34-8B17-1C7B-EAF250401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08718-6844-64C9-A89D-A532E779E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06292-E596-43A4-A22A-B9773208A5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04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0EE26F-AA55-DE06-5DD8-435AAD5EC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C331-2B0B-434F-8C2A-24557C606F1C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49E01F-9153-EABE-DBB9-587063209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04691-497E-6B56-0A7C-FF83BBB4E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06292-E596-43A4-A22A-B9773208A5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9644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B6A2F-CA96-0ADB-4C03-77CE4D8D1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E0B42-FC84-3EFC-0FC8-849CF0A0D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178036-ED27-B89B-AD45-161703E49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C911B-AEFC-11D6-E39E-B543D66B7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C331-2B0B-434F-8C2A-24557C606F1C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37E71-6C47-6267-FD21-BD9E4728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F6D5E-33FE-E8B7-E7F7-41C77140A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06292-E596-43A4-A22A-B9773208A5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466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FB66F-7A24-E4B4-32ED-22C67B0A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57C691-2D10-E754-0C66-1E68DF0AF7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D044E-E427-7FDF-6CA9-C769B466B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7B984-8ECA-33E9-83B4-7D747F4BA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C331-2B0B-434F-8C2A-24557C606F1C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C8C53-4C73-4353-A311-6A9EDEFE3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9F98A-6EC8-E009-B4F8-6B230889E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06292-E596-43A4-A22A-B9773208A5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281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F74A7-D072-75D6-E9E7-F7735DA05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83BE1A-456F-3F54-B3D6-412B81C6F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70534-786D-4F26-CC3E-6F5BB47DD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C331-2B0B-434F-8C2A-24557C606F1C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C6554-E43E-6672-7D66-B8473C59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B2D27-7C24-3005-8FDF-49322B7CF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06292-E596-43A4-A22A-B9773208A5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359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2DE17E-C631-866F-0C68-49E0AB000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87F281-3220-D292-52FB-A8FC430BD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322B6-380C-00AA-467B-C9F3DA66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C331-2B0B-434F-8C2A-24557C606F1C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BFDBC-2B5B-9772-E96F-8A8737E9F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D5CF9-99AF-C334-7B3F-34C14EDA5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06292-E596-43A4-A22A-B9773208A5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856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F83072-E807-E381-F7CF-704924444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7FAD4-A488-4675-9B90-87C104B35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80395-8DD5-4C60-7C17-2C42D2C7C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3C331-2B0B-434F-8C2A-24557C606F1C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BB684-B5FA-AD50-BB51-1050A12B1B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F78C0-A8D5-380E-E797-80201C225D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C06292-E596-43A4-A22A-B9773208A5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094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FF39EE5-B64A-E4FB-19B8-E4D77A984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03" y="1030691"/>
            <a:ext cx="3277057" cy="42296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9D67AD-D0D2-CCCB-003E-BE110998EE68}"/>
              </a:ext>
            </a:extLst>
          </p:cNvPr>
          <p:cNvSpPr txBox="1"/>
          <p:nvPr/>
        </p:nvSpPr>
        <p:spPr>
          <a:xfrm>
            <a:off x="457200" y="219456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Failed Position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56CF5D-C196-D377-A0EE-8B752F29F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664" y="908696"/>
            <a:ext cx="3486637" cy="5296639"/>
          </a:xfrm>
          <a:prstGeom prst="rect">
            <a:avLst/>
          </a:prstGeom>
        </p:spPr>
      </p:pic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56C5E3B-538F-EE5D-33D3-0BFFB8185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4787" y="365760"/>
            <a:ext cx="3237110" cy="635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57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Hussain Badshah</dc:creator>
  <cp:lastModifiedBy>Hussain Badshah</cp:lastModifiedBy>
  <cp:revision>1</cp:revision>
  <dcterms:created xsi:type="dcterms:W3CDTF">2026-01-04T03:48:06Z</dcterms:created>
  <dcterms:modified xsi:type="dcterms:W3CDTF">2026-01-04T09:58:51Z</dcterms:modified>
</cp:coreProperties>
</file>